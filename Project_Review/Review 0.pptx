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  <a:latin typeface="Times New Roman"/>
              </a:defRPr>
            </a:pPr>
            <a:r>
              <a:t>REVIEW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1919"/>
                </a:solidFill>
                <a:latin typeface="Times New Roman"/>
              </a:defRPr>
            </a:pPr>
            <a:r>
              <a:t>Problem · Motivation ·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42804D"/>
                </a:solidFill>
                <a:latin typeface="Times New Roman"/>
              </a:defRPr>
            </a:pPr>
            <a:r>
              <a:t>Smart Attendance using Face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D72D28"/>
                </a:solidFill>
                <a:latin typeface="Times New Roman"/>
              </a:defRPr>
            </a:pPr>
            <a:r>
              <a:t>Team Members</a:t>
            </a:r>
          </a:p>
          <a:p>
            <a:pPr algn="ctr">
              <a:defRPr sz="1600">
                <a:latin typeface="Times New Roman"/>
              </a:defRPr>
            </a:pPr>
            <a:r>
              <a:t>V. Rohith – 2520090029</a:t>
            </a:r>
          </a:p>
          <a:p>
            <a:pPr algn="ctr">
              <a:defRPr sz="1600">
                <a:latin typeface="Times New Roman"/>
              </a:defRPr>
            </a:pPr>
            <a:r>
              <a:t>B. Aakash – 2520080039</a:t>
            </a:r>
          </a:p>
          <a:p>
            <a:pPr algn="ctr">
              <a:defRPr sz="1600">
                <a:latin typeface="Times New Roman"/>
              </a:defRPr>
            </a:pPr>
            <a:r>
              <a:t>Ch. Shanthi Swaroop – 2520090224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Times New Roman"/>
              </a:defRPr>
            </a:pPr>
            <a:r>
              <a:t>Database Systems Engineering &amp; Distributed Backend Development (25CS1302E)</a:t>
            </a:r>
          </a:p>
          <a:p>
            <a:pPr algn="ctr">
              <a:defRPr sz="1600" b="1">
                <a:solidFill>
                  <a:srgbClr val="D72D28"/>
                </a:solidFill>
                <a:latin typeface="Times New Roman"/>
              </a:defRPr>
            </a:pPr>
            <a:r>
              <a:t>Under the Guidance of: Course Faculty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Abstract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Problem Statement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Motivation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An automated attendance system that uses a camera to detect and recognize registered faces.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Replaces manual roll calls with a faster digital attendance workflow.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Registered students are matched against stored face information before attendance is recorded.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Unknown or unregistered faces are not authenticated and are not marked present.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Stores student attendance with identity, date and time.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Core technology: computer vision, face recognition, authentication logic and DBMS.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Existing problem: manual attendance is time-consuming and can contain human errors.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Who is affected: students, faculty and administrators who need reliable records.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Why it matters: proxy attendance and repeated manual entry reduce reliability.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Key limitation: traditional attendance does not automatically verify identity.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Problem definition: verify a face against registered users and record attendance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Why this project: reduce time and effort required for classroom attendance.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Real-world importance: attendance records support academic monitoring and reporting.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Need for automation: face verification can reduce manual entry and proxy attendance.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Expected benefit: faster, consistent and searchable attendance records.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Academic relevance: combines DBMS, computer vision, authentication and web concepts.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Register students by capturing facial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Detect faces from live camera frames.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Recognize detected faces against registered users.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Authenticate only sufficiently confident matches; reject unknown users.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Record attendance with identity and timestamp.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Maintain structured attendance data for retrieval and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