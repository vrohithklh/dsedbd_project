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91919"/>
                </a:solidFill>
                <a:latin typeface="Times New Roman"/>
              </a:defRPr>
            </a:pPr>
            <a:r>
              <a:t>REVIEW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1919"/>
                </a:solidFill>
                <a:latin typeface="Times New Roman"/>
              </a:defRPr>
            </a:pPr>
            <a:r>
              <a:t>Methodology ·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42804D"/>
                </a:solidFill>
                <a:latin typeface="Times New Roman"/>
              </a:defRPr>
            </a:pPr>
            <a:r>
              <a:t>Smart Attendance using Face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D72D28"/>
                </a:solidFill>
                <a:latin typeface="Times New Roman"/>
              </a:defRPr>
            </a:pPr>
            <a:r>
              <a:t>Team Members</a:t>
            </a:r>
          </a:p>
          <a:p>
            <a:pPr algn="ctr">
              <a:defRPr sz="1600">
                <a:latin typeface="Times New Roman"/>
              </a:defRPr>
            </a:pPr>
            <a:r>
              <a:t>V. Rohith – 2520090029</a:t>
            </a:r>
          </a:p>
          <a:p>
            <a:pPr algn="ctr">
              <a:defRPr sz="1600">
                <a:latin typeface="Times New Roman"/>
              </a:defRPr>
            </a:pPr>
            <a:r>
              <a:t>B. Aakash – 2520080039</a:t>
            </a:r>
          </a:p>
          <a:p>
            <a:pPr algn="ctr">
              <a:defRPr sz="1600">
                <a:latin typeface="Times New Roman"/>
              </a:defRPr>
            </a:pPr>
            <a:r>
              <a:t>Ch. Shanthi Swaroop – 2520090224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latin typeface="Times New Roman"/>
              </a:defRPr>
            </a:pPr>
            <a:r>
              <a:t>Database Systems Engineering &amp; Distributed Backend Development (25CS1302E)</a:t>
            </a:r>
          </a:p>
          <a:p>
            <a:pPr algn="ctr">
              <a:defRPr sz="1600" b="1">
                <a:solidFill>
                  <a:srgbClr val="D72D28"/>
                </a:solidFill>
                <a:latin typeface="Times New Roman"/>
              </a:defRPr>
            </a:pPr>
            <a:r>
              <a:t>Under the Guidance of: Course Faculty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Recap — Review 1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Proposed Methodology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System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Database Design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Algorithms / Authentication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Technologies Used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Recap —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Literature survey covered manual, RFID/ID, QR, fingerprint and face-recognition approaches.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Research gap: identity must be verified before attendance is recorded.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Direction: camera-based face recognition integrated with authentication and a database.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Proposed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Requirement Gathering: identify student, camera and attendance requirements.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Face Registration: capture facial samples/representation and link to student identity.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Face Detection: locate faces in live camera frames.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Face Recognition: compare detected faces against registered data.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Authentication: apply confidence/similarity decision; reject unknown faces.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Attendance Recording: store identity, date/time and prevent duplicates.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Testing: test known-user recognition, unknown-user rejection and attendance correctness.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System Architecture — Layered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Presentation Layer — web interface, registration, camera and attendance screens.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Application Layer — Python logic, authentication and attendance rules.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Computer Vision Layer — face detection and face recognition/matching.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Data Layer — student, face data and attendance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Database Design — ER Model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46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Entity</a:t>
                      </a:r>
                    </a:p>
                  </a:txBody>
                  <a:tcPr marL="54864" marR="45720">
                    <a:solidFill>
                      <a:srgbClr val="358F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Key / Attributes</a:t>
                      </a:r>
                    </a:p>
                  </a:txBody>
                  <a:tcPr marL="54864" marR="45720">
                    <a:solidFill>
                      <a:srgbClr val="358F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Purpose</a:t>
                      </a:r>
                    </a:p>
                  </a:txBody>
                  <a:tcPr marL="54864" marR="45720">
                    <a:solidFill>
                      <a:srgbClr val="358FD3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Student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student_id, name, roll_no, department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Student identity.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Face_Data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face_id, student_id, face representation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Links facial data to student.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Attendance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attendance_id, student_id, date, time, status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Stores attendance events.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User / Admin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user_id, username, role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Administrative access if login is used.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Session / Class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session_id, date, subject, start_time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Optional session-wise attendance.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Algorithms / Authentication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Face Detection: computer-vision detection identifies face regions.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Face Recognition: recognition model compares detected faces with registered face data.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Matching Decision: confidence/similarity threshold decides acceptance.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Known User: passing match authenticates the student and permits attendance.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Unknown User: no registered match passes; attendance is not marked.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Duplicate Validation: prevents repeated attendance in the same session.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Technologies Used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239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Category</a:t>
                      </a:r>
                    </a:p>
                  </a:txBody>
                  <a:tcPr marL="54864" marR="45720">
                    <a:solidFill>
                      <a:srgbClr val="358F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Technology</a:t>
                      </a:r>
                    </a:p>
                  </a:txBody>
                  <a:tcPr marL="54864" marR="45720">
                    <a:solidFill>
                      <a:srgbClr val="358F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Purpose</a:t>
                      </a:r>
                    </a:p>
                  </a:txBody>
                  <a:tcPr marL="54864" marR="45720">
                    <a:solidFill>
                      <a:srgbClr val="358FD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Programming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Python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Application logic and integration.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Computer Vision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OpenCV / recognition components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Face detection and recognition workflow.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Frontend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HTML, CSS, JavaScript / web UI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Registration and attendance screens.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Database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MySQL / relational DBMS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Student and attendance records.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Development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VS Code / local server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Implementation and testing.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