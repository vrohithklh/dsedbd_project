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  <a:latin typeface="Times New Roman"/>
              </a:defRPr>
            </a:pPr>
            <a:r>
              <a:t>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  <a:latin typeface="Times New Roman"/>
              </a:defRPr>
            </a:pPr>
            <a:r>
              <a:t>Literature Survey · Research Gap ·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42804D"/>
                </a:solidFill>
                <a:latin typeface="Times New Roman"/>
              </a:defRPr>
            </a:pPr>
            <a:r>
              <a:t>Smart Attendance using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D72D28"/>
                </a:solidFill>
                <a:latin typeface="Times New Roman"/>
              </a:defRPr>
            </a:pPr>
            <a:r>
              <a:t>Team Members</a:t>
            </a:r>
          </a:p>
          <a:p>
            <a:pPr algn="ctr">
              <a:defRPr sz="1600">
                <a:latin typeface="Times New Roman"/>
              </a:defRPr>
            </a:pPr>
            <a:r>
              <a:t>V. Rohith – 2520090029</a:t>
            </a:r>
          </a:p>
          <a:p>
            <a:pPr algn="ctr">
              <a:defRPr sz="1600">
                <a:latin typeface="Times New Roman"/>
              </a:defRPr>
            </a:pPr>
            <a:r>
              <a:t>B. Aakash – 2520080039</a:t>
            </a:r>
          </a:p>
          <a:p>
            <a:pPr algn="ctr">
              <a:defRPr sz="1600">
                <a:latin typeface="Times New Roman"/>
              </a:defRPr>
            </a:pPr>
            <a:r>
              <a:t>Ch. Shanthi Swaroop – 2520090224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Times New Roman"/>
              </a:defRPr>
            </a:pPr>
            <a:r>
              <a:t>Database Systems Engineering &amp; Distributed Backend Development (25CS1302E)</a:t>
            </a:r>
          </a:p>
          <a:p>
            <a:pPr algn="ctr">
              <a:defRPr sz="1600" b="1">
                <a:solidFill>
                  <a:srgbClr val="D72D28"/>
                </a:solidFill>
                <a:latin typeface="Times New Roman"/>
              </a:defRPr>
            </a:pPr>
            <a: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Recap — Review 0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Literature Survey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Research Gap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Proposed Direction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Recap — Review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Problem: manual attendance is slow and may allow proxy attendance.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Motivation: automate identity verification and attendance recording.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Objectives: register faces, recognize users, authenticate matches and store attendance.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54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Approach Reviewed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Limitation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Manual / spreadsheet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Faculty records attendance manually.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Time-consuming; human errors; weak identity verification.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RFID / ID-card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Students use cards/tags.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Cards can be shared or forgotten; hardware required.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QR-code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Students scan a code.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Codes can be shared; no direct face verification.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Fingerprint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Attendance uses physical biometric.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Requires dedicated sensor hardware.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 recognition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Camera detects and recognizes registered faces.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Affected by lighting, pose and occlusion.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Research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Manual and ID-based methods do not directly verify the person.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QR and card systems can allow another person to use someone else's identifier.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Face recognition needs an authentication decision so unknown faces are not marked present.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Lighting, distance and head pose can affect recognition.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Gap: lightweight attendance combining face recognition, authentication and database-backed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Proposed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Registration: capture facial samples and associate them with a student identity.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Detection: locate faces in camera frames.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Recognition: compare detected faces with registered face data.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Authentication: accept only a sufficiently confident registered match.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Attendance: record authenticated student with date/time and prevent duplicates.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Database: store student and attendance records for retrieval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References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139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#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Reference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OpenCV documentation and computer-vision resources.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Python documentation.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Database System Concepts — Silberschatz, Korth &amp; Sudarshan.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Fundamentals of Database Systems — Elmasri &amp; Navathe.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Research literature on automated attendance and face recognition.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Course material and project implementation references.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