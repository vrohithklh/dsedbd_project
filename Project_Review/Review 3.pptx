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91919"/>
                </a:solidFill>
                <a:latin typeface="Times New Roman"/>
              </a:defRPr>
            </a:pPr>
            <a:r>
              <a:t>REVIEW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191919"/>
                </a:solidFill>
                <a:latin typeface="Times New Roman"/>
              </a:defRPr>
            </a:pPr>
            <a:r>
              <a:t>Implementation · Frontend Screens ·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42804D"/>
                </a:solidFill>
                <a:latin typeface="Times New Roman"/>
              </a:defRPr>
            </a:pPr>
            <a:r>
              <a:t>Smart Attendance using Face Recognition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 b="1">
                <a:solidFill>
                  <a:srgbClr val="D72D28"/>
                </a:solidFill>
                <a:latin typeface="Times New Roman"/>
              </a:defRPr>
            </a:pPr>
            <a:r>
              <a:t>Team Members</a:t>
            </a:r>
          </a:p>
          <a:p>
            <a:pPr algn="ctr">
              <a:defRPr sz="1600">
                <a:latin typeface="Times New Roman"/>
              </a:defRPr>
            </a:pPr>
            <a:r>
              <a:t>V. Rohith – 2520090029</a:t>
            </a:r>
          </a:p>
          <a:p>
            <a:pPr algn="ctr">
              <a:defRPr sz="1600">
                <a:latin typeface="Times New Roman"/>
              </a:defRPr>
            </a:pPr>
            <a:r>
              <a:t>B. Aakash – 2520080039</a:t>
            </a:r>
          </a:p>
          <a:p>
            <a:pPr algn="ctr">
              <a:defRPr sz="1600">
                <a:latin typeface="Times New Roman"/>
              </a:defRPr>
            </a:pPr>
            <a:r>
              <a:t>Ch. Shanthi Swaroop – 2520090224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latin typeface="Times New Roman"/>
              </a:defRPr>
            </a:pPr>
            <a:r>
              <a:t>Database Systems Engineering &amp; Distributed Backend Development (25CS1302E)</a:t>
            </a:r>
          </a:p>
          <a:p>
            <a:pPr algn="ctr">
              <a:defRPr sz="1600" b="1">
                <a:solidFill>
                  <a:srgbClr val="D72D28"/>
                </a:solidFill>
                <a:latin typeface="Times New Roman"/>
              </a:defRPr>
            </a:pPr>
            <a:r>
              <a:t>Under the Guidance of: Course Faculty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Agenda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Recap — Review 2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Implementation Modules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Screenshots / Working Demo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Authentication Scenarios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Current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Recap — Review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Methodology: registration → detection → recognition → authentication → attendance.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Architecture: presentation, application, computer-vision and data layers.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Database design: Student, Face_Data and Attendance entities.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Authentication rule: only a sufficiently confident registered face can mark attendance.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Implementation — Modules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Module 1: Student Registration: capture student details and facial samples.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Module 2: Face Detection: read camera frames and locate faces.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Module 3: Face Recognition: compare detected faces against registered users.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Module 4: Authentication: accept registered matches and reject unknown users.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Module 5: Attendance: mark authenticated users with date/time and prevent duplicates.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rPr b="1"/>
              <a:t>Module 6: Records / Dashboard: view stored attendance and student information.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Screenshots / Working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234440"/>
            <a:ext cx="106070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Student Registration Screen — insert your actual project screenshot here.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Live Face Detection / Recognition — insert your camera/recognition screenshot here.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Attendance Dashboard / Records — insert your attendance screenshot here.</a:t>
            </a:r>
          </a:p>
          <a:p>
            <a:pPr>
              <a:spcAft>
                <a:spcPts val="1000"/>
              </a:spcAft>
              <a:defRPr sz="1800">
                <a:solidFill>
                  <a:srgbClr val="191919"/>
                </a:solidFill>
                <a:latin typeface="Times New Roman"/>
              </a:defRPr>
            </a:pPr>
            <a:r>
              <a:t>• Live demonstration: register → recognize → authenticate → mark attendance.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Authentication Scenarios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09728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868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Scenario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Recognition Result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Attendance Action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Registered student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Match above threshold.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Authenticate and mark.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Unregistered person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No registered match.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Reject; do not mark.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Poor / unclear face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Insufficient confidence.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Retry / reject.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Already marked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Attendance exists for session.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Do not duplicate.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358F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8600" y="658368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latin typeface="Times New Roman"/>
              </a:defRPr>
            </a:pPr>
            <a:r>
              <a:t>Y25 Trimester 4 | Sec No-11 | Team No-1 | Smart Attendance using Face Recognition | Review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5379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72D2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84048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358FD3"/>
                </a:solidFill>
                <a:latin typeface="Times New Roman"/>
              </a:defRPr>
            </a:pPr>
            <a:r>
              <a:t>Current Progress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34440"/>
          <a:ext cx="109728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181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Project Component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Status</a:t>
                      </a:r>
                    </a:p>
                  </a:txBody>
                  <a:tcPr marL="54864" marR="45720">
                    <a:solidFill>
                      <a:srgbClr val="358FD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Problem Identification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Literature Survey &amp; Gap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Methodology &amp; Architecture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Completed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Database Design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Implemented / In Progress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Face Registration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Implemented / In Progress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Face Detection &amp; Recognition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Implemented / In Progress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Authentication &amp; Attendance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Implemented / In Progress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Frontend &amp; Testing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91919"/>
                          </a:solidFill>
                          <a:latin typeface="Times New Roman"/>
                        </a:defRPr>
                      </a:pPr>
                      <a:r>
                        <a:t>In Progress</a:t>
                      </a:r>
                    </a:p>
                  </a:txBody>
                  <a:tcPr marL="54864" marR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