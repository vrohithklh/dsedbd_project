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75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868680"/>
            <a:ext cx="457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⚡ Smart Attendance • Face Recognition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91440" cy="5143500"/>
          </a:xfrm>
          <a:prstGeom prst="rect">
            <a:avLst/>
          </a:prstGeom>
          <a:solidFill>
            <a:srgbClr val="9333E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</a:rPr>
              <a:t>Smart Attendance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333EA"/>
                </a:solidFill>
              </a:rPr>
              <a:t>Using Face Recognition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Automated, contactless classroom attendance with a live web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7498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27248"/>
            <a:ext cx="54864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04314" y="31089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F2937"/>
                </a:solidFill>
              </a:rPr>
              <a:t>Team Members: V. Rohith-2520090029• Aakash Burramukku- 2520080039 </a:t>
            </a:r>
          </a:p>
          <a:p>
            <a:r>
              <a:rPr lang="en-US" sz="1500" dirty="0">
                <a:solidFill>
                  <a:srgbClr val="1F2937"/>
                </a:solidFill>
              </a:rPr>
              <a:t>•</a:t>
            </a:r>
            <a:r>
              <a:rPr lang="en-IN" sz="1500" dirty="0">
                <a:solidFill>
                  <a:srgbClr val="1F2937"/>
                </a:solidFill>
              </a:rPr>
              <a:t>Ch. Shanthi Swaroop-2520090224</a:t>
            </a:r>
            <a:r>
              <a:rPr lang="en-US" sz="1500" dirty="0">
                <a:solidFill>
                  <a:srgbClr val="1F2937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Guide: Dr M. Gayatri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Department: Department of CSIT &amp; AIDS 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Abstract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Manual attendance takes time and can contain errors.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Our system uses a camera to identify registered students using face recognition.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After recognition, attendance is recorded automatically with date and time.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Student and attendance details are stored in a database.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 web dashboard helps users view and manage attendance records.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Manual roll call consumes valuable classroom time.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Maintaining attendance records manually can lead to mistakes.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Proxy attendance is difficult to control.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Searching and maintaining old attendance records is inconvenient.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A simple automated attendance solution is needed.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Reduce the time spent on taking attendance.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Reduce manual errors in attendance records.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Make attendance more convenient for teachers.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Reduce the possibility of proxy attendance.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Maintain attendance information digitally.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Register students with their basic details and face data.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Detect and recognize registered faces through a camera.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Mark attendance automatically after successful recognition.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Store attendance records securely in a database.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Provide a simple interface for viewing attendance.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Face detection methods are used to locate faces in images and video.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Traditional methods such as Haar Cascade and HOG are commonly used for face detection.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Face recognition approaches compare facial features to identify a person.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Deep-learning methods such as FaceNet and ArcFace provide strong facial representations.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Previous attendance systems show that face recognition can reduce manual attendance work.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Some older systems are less reliable when lighting or face angle changes.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Many systems focus only on recognition and do not provide complete attendance management.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Some solutions require additional biometric hardware.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There is a need for a simple system combining recognition, database storage, and attendance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07008"/>
            <a:ext cx="54864" cy="5577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Student registration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07008"/>
            <a:ext cx="54864" cy="55778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333EA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Capture face through camera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54864" cy="5577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Detect and process the face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21408"/>
            <a:ext cx="54864" cy="55778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333EA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Compare with registered face 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35808"/>
            <a:ext cx="54864" cy="5577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Identify the student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035808"/>
            <a:ext cx="54864" cy="55778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333EA"/>
                </a:solidFill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Record attendance with date and time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50208"/>
            <a:ext cx="54864" cy="5577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931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931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Store and display the attendance record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</a:rPr>
              <a:t>Data flows from camera input to the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D76A82-A424-D4D2-47A3-BD315EABF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933" y="1067522"/>
            <a:ext cx="5948012" cy="33125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54864" cy="13350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React.js, HTML, CSS, JavaScript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298448"/>
            <a:ext cx="54864" cy="133502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33EA"/>
                </a:solidFill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Node.js, Express.js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298448"/>
            <a:ext cx="54864" cy="13350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MongoDB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35808"/>
            <a:ext cx="54864" cy="13350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Face Recognition / CV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Python, OpenCV, face-recognition related packages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3035808"/>
            <a:ext cx="54864" cy="133502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33EA"/>
                </a:solidFill>
              </a:rPr>
              <a:t>Development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Visual Studio Code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035808"/>
            <a:ext cx="54864" cy="13350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</a:rPr>
              <a:t>Hardware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Laptop/Desktop with webcam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Dataset / Input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Student ID and student name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Registered student face images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Live webcam/video input for recognition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Face data is used as the reference for matching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Attendance records contain student information, date and time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Implementation – Module 1: Student Registration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Enter student details such as ID and name.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Capture the student's face using the camera.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Process the captured face information.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Store the student details and face data.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Registered students become available for recognition.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Implementation – Module 2: Face Recognition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Start the camera and capture live frames.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Detect the face present in the frame.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Extract facial information for matching.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Compare the detected face with registered student data.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Display the identified student or mark the face as unknown.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Implementation – Module 3: Attendance Management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Receive the recognized student's ID/name.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Check whether attendance has already been recorded.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Mark attendance with the current date and time.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Store the record in the database.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Display attendance records through the dashboard.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54864" cy="31638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</a:rPr>
              <a:t>Hardware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222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Laptop/Desktop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Webcam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6600" y="1298448"/>
            <a:ext cx="54864" cy="316382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5200" y="128016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333EA"/>
                </a:solidFill>
              </a:rPr>
              <a:t>Software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5200" y="1783080"/>
            <a:ext cx="222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Visual Studio Code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Node.js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Python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MongoDB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Web browser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6000" y="118872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0" y="1298448"/>
            <a:ext cx="54864" cy="3163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4600" y="128016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</a:rPr>
              <a:t>Testing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24600" y="1783080"/>
            <a:ext cx="222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Registered student faces were tested using the camera.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Recognition and database attendance records were checked.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The system detects faces using the camera.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Registered students can be recognized by the system.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Recognized students can be marked present automatically.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Attendance information is stored in the database.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The web interface provides access to student and attendance information.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Performance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2706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Recognition accuracy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Recognition response time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Correct attendance marking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Duplicate attendance prevention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F2937"/>
                </a:solidFill>
              </a:rPr>
              <a:t>Database reliability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33EA"/>
                </a:solidFill>
              </a:rPr>
              <a:t>Actual measured values should be added here after formal testing.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Screenshots / Working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26291" y="1033272"/>
            <a:ext cx="2570141" cy="1591056"/>
          </a:xfrm>
          <a:prstGeom prst="rect">
            <a:avLst/>
          </a:prstGeom>
          <a:solidFill>
            <a:srgbClr val="D5DEEA"/>
          </a:solidFill>
          <a:ln/>
        </p:spPr>
      </p:sp>
      <p:pic>
        <p:nvPicPr>
          <p:cNvPr id="4" name="Image 0" descr="/mnt/user-data/uploads/179100041528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9" y="1051560"/>
            <a:ext cx="2533565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3139" y="2633472"/>
            <a:ext cx="2716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1. Staff: Live Attendance Monitor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88456" y="1033272"/>
            <a:ext cx="2906228" cy="1591056"/>
          </a:xfrm>
          <a:prstGeom prst="rect">
            <a:avLst/>
          </a:prstGeom>
          <a:solidFill>
            <a:srgbClr val="D5DEEA"/>
          </a:solidFill>
          <a:ln/>
        </p:spPr>
      </p:sp>
      <p:pic>
        <p:nvPicPr>
          <p:cNvPr id="7" name="Image 1" descr="/mnt/user-data/uploads/179100041879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744" y="1051560"/>
            <a:ext cx="2869652" cy="1554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15304" y="2633472"/>
            <a:ext cx="3052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2. Student Dashboard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786708" y="1033272"/>
            <a:ext cx="1431000" cy="1591056"/>
          </a:xfrm>
          <a:prstGeom prst="rect">
            <a:avLst/>
          </a:prstGeom>
          <a:solidFill>
            <a:srgbClr val="D5DEEA"/>
          </a:solidFill>
          <a:ln/>
        </p:spPr>
      </p:sp>
      <p:pic>
        <p:nvPicPr>
          <p:cNvPr id="10" name="Image 2" descr="/mnt/user-data/uploads/1791000423747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996" y="1051560"/>
            <a:ext cx="1394424" cy="1554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13556" y="2633472"/>
            <a:ext cx="1577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3. Session Summary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47542" y="2907792"/>
            <a:ext cx="6365248" cy="1591056"/>
          </a:xfrm>
          <a:prstGeom prst="rect">
            <a:avLst/>
          </a:prstGeom>
          <a:solidFill>
            <a:srgbClr val="D5DEEA"/>
          </a:solidFill>
          <a:ln/>
        </p:spPr>
      </p:sp>
      <p:pic>
        <p:nvPicPr>
          <p:cNvPr id="13" name="Image 3" descr="/mnt/user-data/uploads/1791000410507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30" y="2926080"/>
            <a:ext cx="6328672" cy="1554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74390" y="4507992"/>
            <a:ext cx="6511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4. Staff Dashboard: Session Approval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204814" y="2907792"/>
            <a:ext cx="1291644" cy="1591056"/>
          </a:xfrm>
          <a:prstGeom prst="rect">
            <a:avLst/>
          </a:prstGeom>
          <a:solidFill>
            <a:srgbClr val="D5DEEA"/>
          </a:solidFill>
          <a:ln/>
        </p:spPr>
      </p:sp>
      <p:pic>
        <p:nvPicPr>
          <p:cNvPr id="16" name="Image 4" descr="/mnt/user-data/uploads/1791000476359_WhatsApp_Image_2026-10-02_at_8_21_07_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102" y="2926080"/>
            <a:ext cx="1255068" cy="15544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131662" y="4507992"/>
            <a:ext cx="1437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5. Face Scanner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Comparison with Existing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54864" cy="31638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Manual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Attendance taken by roll call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More time required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Manual records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Proxy attendance possible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98448"/>
            <a:ext cx="54864" cy="3163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</a:rPr>
              <a:t>Proposed System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Face-based identification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Automatic attendance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Digital database records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Faster attendance process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Web-based viewing and management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1380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7706"/>
                </a:solidFill>
              </a:rPr>
              <a:t>Challenge: </a:t>
            </a:r>
            <a:r>
              <a:rPr lang="en-US" sz="1500" dirty="0">
                <a:solidFill>
                  <a:srgbClr val="1F2937"/>
                </a:solidFill>
              </a:rPr>
              <a:t>Different lighting conditions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59669"/>
                </a:solidFill>
              </a:rPr>
              <a:t>Solution: </a:t>
            </a:r>
            <a:r>
              <a:rPr lang="en-US" sz="1500" dirty="0">
                <a:solidFill>
                  <a:srgbClr val="1F2937"/>
                </a:solidFill>
              </a:rPr>
              <a:t>Use suitable face capture conditions and preprocessing.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252728"/>
            <a:ext cx="54864" cy="138074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234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7706"/>
                </a:solidFill>
              </a:rPr>
              <a:t>Challenge: </a:t>
            </a:r>
            <a:r>
              <a:rPr lang="en-US" sz="1500" dirty="0">
                <a:solidFill>
                  <a:srgbClr val="1F2937"/>
                </a:solidFill>
              </a:rPr>
              <a:t>Face angle variation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59669"/>
                </a:solidFill>
              </a:rPr>
              <a:t>Solution: </a:t>
            </a:r>
            <a:r>
              <a:rPr lang="en-US" sz="1500" dirty="0">
                <a:solidFill>
                  <a:srgbClr val="1F2937"/>
                </a:solidFill>
              </a:rPr>
              <a:t>Capture suitable face samples during registration.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90088"/>
            <a:ext cx="54864" cy="1380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7706"/>
                </a:solidFill>
              </a:rPr>
              <a:t>Challenge: </a:t>
            </a:r>
            <a:r>
              <a:rPr lang="en-US" sz="1500" dirty="0">
                <a:solidFill>
                  <a:srgbClr val="1F2937"/>
                </a:solidFill>
              </a:rPr>
              <a:t>Duplicate attendance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59669"/>
                </a:solidFill>
              </a:rPr>
              <a:t>Solution: </a:t>
            </a:r>
            <a:r>
              <a:rPr lang="en-US" sz="1500" dirty="0">
                <a:solidFill>
                  <a:srgbClr val="1F2937"/>
                </a:solidFill>
              </a:rPr>
              <a:t>Check existing attendance before recording.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990088"/>
            <a:ext cx="54864" cy="138074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7706"/>
                </a:solidFill>
              </a:rPr>
              <a:t>Challenge: </a:t>
            </a:r>
            <a:r>
              <a:rPr lang="en-US" sz="1500" dirty="0">
                <a:solidFill>
                  <a:srgbClr val="1F2937"/>
                </a:solidFill>
              </a:rPr>
              <a:t>Database connectivity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59669"/>
                </a:solidFill>
              </a:rPr>
              <a:t>Solution: </a:t>
            </a:r>
            <a:r>
              <a:rPr lang="en-US" sz="1500" dirty="0">
                <a:solidFill>
                  <a:srgbClr val="1F2937"/>
                </a:solidFill>
              </a:rPr>
              <a:t>Connect the backend properly with the database and validate records.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Current Progress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Student registration module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17043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126480" y="1170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002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Face recognition module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7335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673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1031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Backend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17627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6060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Database connection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267919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2679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08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Attendance recording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318211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3182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6118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Web dashboard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368503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3685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Implemented / Testing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1148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System testing and improvements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26480" y="4187952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2648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Ongoing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Improve recognition under different lighting conditions.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Improve recognition for different face angles.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Add stronger liveness/anti-spoofing support.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Generate detailed attendance reports.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Add email or notification features.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Deploy the system online for wider use.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Improve security and data protection.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2706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The project provides an automated approach to student attendance.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Face recognition reduces the need for manual roll call.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Attendance can be recorded with student details, date and time.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Database storage makes attendance records easier to manage.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The system can be further improved for accuracy, security and scalability.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33EA"/>
                </a:solidFill>
              </a:rPr>
              <a:t>Final Outcome: Automated attendance using face recognition.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52728"/>
            <a:ext cx="54864" cy="32552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OpenCV Documentation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Node.js Documentation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Express.js Documentation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React.js Documentation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MongoDB Documentation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Face recognition and automated attendance research papers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Project source material and implementation documentation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1062</Words>
  <Application>Microsoft Office PowerPoint</Application>
  <PresentationFormat>On-screen Show (16:9)</PresentationFormat>
  <Paragraphs>234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Burramukku</cp:lastModifiedBy>
  <cp:revision>3</cp:revision>
  <dcterms:created xsi:type="dcterms:W3CDTF">2026-10-03T04:12:37Z</dcterms:created>
  <dcterms:modified xsi:type="dcterms:W3CDTF">2026-10-03T07:58:01Z</dcterms:modified>
</cp:coreProperties>
</file>